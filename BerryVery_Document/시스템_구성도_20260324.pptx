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793" autoAdjust="0"/>
    <p:restoredTop sz="94660"/>
  </p:normalViewPr>
  <p:slideViewPr>
    <p:cSldViewPr snapToGrid="0">
      <p:cViewPr>
        <p:scale>
          <a:sx n="125" d="100"/>
          <a:sy n="125" d="100"/>
        </p:scale>
        <p:origin x="-427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B1CE1-2922-8212-12A3-3B032FCDD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4D6D5C-75CF-2C64-0061-11A2870F0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C0B24-9523-CCC3-478E-50199351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97B79D-9B37-738A-3ADF-DC6F3752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733AF4-D481-3EA6-AEB8-D6EF1B3D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33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08CE2-1AC6-CC60-C32E-49AE2906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641379-178B-DA03-E5CF-47A145869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E49E72-5D05-167F-DB9F-05235CA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30CF9-02B2-346A-C92A-2AB7D5AF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17416-CC06-E2FF-C863-444ADFD6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89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A2933-BBDC-C50C-A779-8ECE677A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D60192-25F1-5B3F-D30A-56EF086CC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190A0-01A1-9879-B952-E95A3635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BFD4A-79C1-CED7-2398-843456BC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431B63-73B6-A823-FE88-8D04D82D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88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F94A5-EE1C-050C-26CE-F24B21898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10899-1E28-3020-AD69-D86D5A8E5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CF5E54-F122-18CE-1395-0B8CDC88A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26AAC0-ADA0-088B-D117-8CB59F52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731B20-B81D-1AAD-136D-DD624185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9E8B8C-69EE-83FE-EBDF-818AB2E9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59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F5C0A-EC1C-7CB5-A4A9-92CBA13B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ADA26E-D5EB-5018-E983-4DC2F8711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22B005-D678-11F9-C85D-C77DFE0C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D882C2-CA1F-FF1A-E230-FB5305F17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1E639F-9DEE-E74C-AA7A-DE68F63F8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61D68D-002C-3E1F-544F-D94985AA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A0FFF0-3345-AC5F-962D-BE80D33E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D64968-0F9D-94C3-8961-935F6D80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0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961B6-2CBA-CE1C-3173-504B4051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474D72-F6D3-8644-4763-673A856D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6AE382-26EA-B878-E1C6-543DD719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23B2F6-DCB5-1E08-7CF8-7050B63A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14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300FF1-B564-7E8C-A3EF-AE8FBB44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E5E7DE-F55E-78E0-AEB6-0B023566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ECB2F-9B7D-E203-9096-EFE3C105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82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EFD45-F11C-167A-C03C-A2B157162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50F23-6D84-72F5-441A-0B6637A4D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DD9F63-916A-6FEB-C093-5399F3B4F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FC187B-696B-3088-4D61-040243E6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A5D69E-F4FF-FC0E-ADDD-19A62E6C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E3468E-C41E-E96A-3E96-85389C9C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24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4B102-65C8-D3DE-8F4E-61F9E93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F54958-DBEB-7812-58EB-3D3679C66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156D5F-4E09-A9EB-9873-00CD992BA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031F0E-4442-784A-2924-28AEECC1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BA89D6-5FB7-F998-D40B-6FA20F15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F362F9-67C4-1201-EF42-FA619A08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94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25693-8ACB-DABF-5B02-8904BDC0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11D896-D53B-F221-E17F-FC9EA6FAB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062A4-578C-61E5-94F5-3368C5AB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1F68D1-5F9B-1D90-5CFB-58C7614A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6BB8DD-5C26-7227-0EE9-CA113301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03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BAE411-3031-6760-B917-7507961067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343619-4F49-DCB7-CCD4-2C71ABF37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AD3AED-A920-208F-B563-10582616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27109-08E2-57FF-ADEC-B90AC895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A4EEBC-A58E-0834-AF40-FA16F694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46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FDA9FF-8568-4E67-B601-49230D39A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6AE863-1866-548B-4FD3-670C18D07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0C768-6B53-B03E-C671-9B3E749D5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2CC0D-E0A0-4E27-801B-8CADF064C8FE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42B80-7676-1F86-6D40-E6EC10AC8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54EF8-6600-760B-0ADE-D6D8814A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8E2D8-F112-49AA-8902-B7D1F7F4A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25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ED2938F-3B27-B75A-C599-29A463CEB1BC}"/>
              </a:ext>
            </a:extLst>
          </p:cNvPr>
          <p:cNvGrpSpPr/>
          <p:nvPr/>
        </p:nvGrpSpPr>
        <p:grpSpPr>
          <a:xfrm>
            <a:off x="2492392" y="276867"/>
            <a:ext cx="1238360" cy="1175723"/>
            <a:chOff x="5570001" y="2753584"/>
            <a:chExt cx="1238360" cy="117572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96D6E7D-B268-1459-59F0-EC2883B32DC4}"/>
                </a:ext>
              </a:extLst>
            </p:cNvPr>
            <p:cNvSpPr/>
            <p:nvPr/>
          </p:nvSpPr>
          <p:spPr>
            <a:xfrm>
              <a:off x="5570002" y="3030583"/>
              <a:ext cx="1238359" cy="8987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92661F-1244-3962-8FFA-52A7648C6F53}"/>
                </a:ext>
              </a:extLst>
            </p:cNvPr>
            <p:cNvSpPr txBox="1"/>
            <p:nvPr/>
          </p:nvSpPr>
          <p:spPr>
            <a:xfrm>
              <a:off x="5570001" y="2753584"/>
              <a:ext cx="12383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HW</a:t>
              </a:r>
              <a:endParaRPr lang="ko-KR" altLang="en-US" sz="120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F4F2621-02D9-FE95-9D0C-5B2E33B64828}"/>
              </a:ext>
            </a:extLst>
          </p:cNvPr>
          <p:cNvGrpSpPr/>
          <p:nvPr/>
        </p:nvGrpSpPr>
        <p:grpSpPr>
          <a:xfrm>
            <a:off x="355306" y="276867"/>
            <a:ext cx="1238360" cy="1175723"/>
            <a:chOff x="5570001" y="2753584"/>
            <a:chExt cx="1238360" cy="117572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2CCE1E1-F137-B007-A7E1-A3517801C12A}"/>
                </a:ext>
              </a:extLst>
            </p:cNvPr>
            <p:cNvSpPr/>
            <p:nvPr/>
          </p:nvSpPr>
          <p:spPr>
            <a:xfrm>
              <a:off x="5570002" y="3030583"/>
              <a:ext cx="1238359" cy="8987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EEEE41-03D3-CA8F-6718-94F60D57D2B4}"/>
                </a:ext>
              </a:extLst>
            </p:cNvPr>
            <p:cNvSpPr txBox="1"/>
            <p:nvPr/>
          </p:nvSpPr>
          <p:spPr>
            <a:xfrm>
              <a:off x="5570001" y="2753584"/>
              <a:ext cx="12383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SW</a:t>
              </a:r>
              <a:endParaRPr lang="ko-KR" altLang="en-US" sz="120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853020-4B7A-9189-2F25-6F4BC984CCAB}"/>
              </a:ext>
            </a:extLst>
          </p:cNvPr>
          <p:cNvSpPr/>
          <p:nvPr/>
        </p:nvSpPr>
        <p:spPr>
          <a:xfrm>
            <a:off x="145864" y="1923627"/>
            <a:ext cx="4898575" cy="1058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/>
              <a:t>Box</a:t>
            </a:r>
            <a:endParaRPr lang="ko-KR" altLang="en-US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DB0759-6155-239F-E10E-7BF3E009BA8B}"/>
              </a:ext>
            </a:extLst>
          </p:cNvPr>
          <p:cNvSpPr/>
          <p:nvPr/>
        </p:nvSpPr>
        <p:spPr>
          <a:xfrm>
            <a:off x="5943600" y="1981200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위치 정보</a:t>
            </a:r>
            <a:endParaRPr lang="en-US" altLang="ko-KR" sz="1200">
              <a:solidFill>
                <a:schemeClr val="tx1"/>
              </a:solidFill>
            </a:endParaRPr>
          </a:p>
          <a:p>
            <a:r>
              <a:rPr lang="ko-KR" altLang="en-US" sz="1200">
                <a:solidFill>
                  <a:schemeClr val="tx1"/>
                </a:solidFill>
              </a:rPr>
              <a:t>지역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빌딩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5C11BE-91F1-AE20-B59E-81D03528709D}"/>
              </a:ext>
            </a:extLst>
          </p:cNvPr>
          <p:cNvSpPr/>
          <p:nvPr/>
        </p:nvSpPr>
        <p:spPr>
          <a:xfrm>
            <a:off x="5943600" y="2622127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장치 상태</a:t>
            </a:r>
            <a:endParaRPr lang="en-US" altLang="ko-KR" sz="1200">
              <a:solidFill>
                <a:schemeClr val="tx1"/>
              </a:solidFill>
            </a:endParaRPr>
          </a:p>
          <a:p>
            <a:r>
              <a:rPr lang="ko-KR" altLang="en-US" sz="1200">
                <a:solidFill>
                  <a:schemeClr val="tx1"/>
                </a:solidFill>
              </a:rPr>
              <a:t>통신활성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통신상태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가동상태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가동률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전력사용량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C8D2F4-5C55-8B6F-630E-0BC9DD4300FB}"/>
              </a:ext>
            </a:extLst>
          </p:cNvPr>
          <p:cNvSpPr/>
          <p:nvPr/>
        </p:nvSpPr>
        <p:spPr>
          <a:xfrm>
            <a:off x="5943600" y="3263054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온도 상태</a:t>
            </a:r>
            <a:endParaRPr lang="en-US" altLang="ko-KR" sz="1200">
              <a:solidFill>
                <a:schemeClr val="tx1"/>
              </a:solidFill>
            </a:endParaRPr>
          </a:p>
          <a:p>
            <a:r>
              <a:rPr lang="ko-KR" altLang="en-US" sz="1200">
                <a:solidFill>
                  <a:schemeClr val="tx1"/>
                </a:solidFill>
              </a:rPr>
              <a:t>전원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대기온도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팬속도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동작모드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냉수온도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온수온도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바닥온도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C2FB5A-3F3A-FAA2-215E-76228F3D29F2}"/>
              </a:ext>
            </a:extLst>
          </p:cNvPr>
          <p:cNvSpPr/>
          <p:nvPr/>
        </p:nvSpPr>
        <p:spPr>
          <a:xfrm>
            <a:off x="5943600" y="4486487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조명 상태</a:t>
            </a:r>
            <a:endParaRPr lang="en-US" altLang="ko-KR" sz="1200">
              <a:solidFill>
                <a:schemeClr val="tx1"/>
              </a:solidFill>
            </a:endParaRPr>
          </a:p>
          <a:p>
            <a:r>
              <a:rPr lang="ko-KR" altLang="en-US" sz="1200">
                <a:solidFill>
                  <a:schemeClr val="tx1"/>
                </a:solidFill>
              </a:rPr>
              <a:t>전원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밝기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19B8A0-DD8F-3D76-A56E-0C698181455D}"/>
              </a:ext>
            </a:extLst>
          </p:cNvPr>
          <p:cNvSpPr/>
          <p:nvPr/>
        </p:nvSpPr>
        <p:spPr>
          <a:xfrm>
            <a:off x="5943600" y="5127414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소방 상태</a:t>
            </a:r>
            <a:endParaRPr lang="en-US" altLang="ko-KR" sz="1200">
              <a:solidFill>
                <a:schemeClr val="tx1"/>
              </a:solidFill>
            </a:endParaRPr>
          </a:p>
          <a:p>
            <a:r>
              <a:rPr lang="ko-KR" altLang="en-US" sz="1200">
                <a:solidFill>
                  <a:schemeClr val="tx1"/>
                </a:solidFill>
              </a:rPr>
              <a:t>전원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센서상태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스프링쿨러상태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수압상태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D7CD78-A6D7-18EA-DD16-3B369E65C780}"/>
              </a:ext>
            </a:extLst>
          </p:cNvPr>
          <p:cNvSpPr/>
          <p:nvPr/>
        </p:nvSpPr>
        <p:spPr>
          <a:xfrm>
            <a:off x="5943600" y="5768341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유체 상태</a:t>
            </a:r>
            <a:endParaRPr lang="en-US" altLang="ko-KR" sz="1200">
              <a:solidFill>
                <a:schemeClr val="tx1"/>
              </a:solidFill>
            </a:endParaRPr>
          </a:p>
          <a:p>
            <a:r>
              <a:rPr lang="ko-KR" altLang="en-US" sz="1200">
                <a:solidFill>
                  <a:schemeClr val="tx1"/>
                </a:solidFill>
              </a:rPr>
              <a:t>전원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급수</a:t>
            </a:r>
            <a:r>
              <a:rPr lang="en-US" altLang="ko-KR" sz="1200">
                <a:solidFill>
                  <a:schemeClr val="tx1"/>
                </a:solidFill>
              </a:rPr>
              <a:t>/</a:t>
            </a:r>
            <a:r>
              <a:rPr lang="ko-KR" altLang="en-US" sz="1200">
                <a:solidFill>
                  <a:schemeClr val="tx1"/>
                </a:solidFill>
              </a:rPr>
              <a:t>배수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저수조 수위펌프 상태</a:t>
            </a:r>
            <a:r>
              <a:rPr lang="en-US" altLang="ko-KR" sz="1200">
                <a:solidFill>
                  <a:schemeClr val="tx1"/>
                </a:solidFill>
              </a:rPr>
              <a:t>|</a:t>
            </a:r>
            <a:r>
              <a:rPr lang="ko-KR" altLang="en-US" sz="1200">
                <a:solidFill>
                  <a:schemeClr val="tx1"/>
                </a:solidFill>
              </a:rPr>
              <a:t>누수 감지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213994-5F73-F9E0-2D89-F5A1A3A119B5}"/>
              </a:ext>
            </a:extLst>
          </p:cNvPr>
          <p:cNvSpPr/>
          <p:nvPr/>
        </p:nvSpPr>
        <p:spPr>
          <a:xfrm>
            <a:off x="5943600" y="3874770"/>
            <a:ext cx="6106159" cy="5020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전력 시스템 모니터링 항목</a:t>
            </a:r>
            <a:endParaRPr lang="en-US" altLang="ko-KR" sz="1200">
              <a:solidFill>
                <a:schemeClr val="tx1"/>
              </a:solidFill>
            </a:endParaRPr>
          </a:p>
          <a:p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45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68</Words>
  <Application>Microsoft Office PowerPoint</Application>
  <PresentationFormat>와이드스크린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</dc:creator>
  <cp:lastModifiedBy>A</cp:lastModifiedBy>
  <cp:revision>2</cp:revision>
  <dcterms:created xsi:type="dcterms:W3CDTF">2026-03-24T07:23:06Z</dcterms:created>
  <dcterms:modified xsi:type="dcterms:W3CDTF">2026-03-24T08:42:42Z</dcterms:modified>
</cp:coreProperties>
</file>